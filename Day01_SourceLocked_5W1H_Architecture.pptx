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1. Python/Data. Source IDs S001, S003, S004, S005. Today's guided increment: BankAssist: load masked customer and transaction data. Input: Synthetic customers.csv, transactions.csv and target schema. Output: Validated records, data-quality report and /health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Hour 1 (00:00–01:00): Theory and 5W1H. S001. Activity: Python data foundations
Hour 2 (01:00–02:00): Instructor demonstration. S003. Activity: Implement Python ingestion, validation, typed records and initial FastAPI endpoint.
Hour 3 (02:00–03:00): Guided BankAssist implementation. S004. Activity: Implement Python ingestion, validation, typed records and initial FastAPI endpoint.
Hour 4 (03:00–04:00): ReconAI assignment launch and evidence. S005. Activity: Python data foundations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topic lines exactly as written. Repeated (application) IDs today: 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S001: Python is the working language of AI engineering: readable syntax, rich libraries, fast prototyping.
S003: Variables hold values; operators compare and compute; if/else and loops apply rules to every record.
S004: Lists (ordered), tuples (fixed), sets (unique) and dictionaries (key → value) organise data for fast look-ups.
S005: Functions package reusable logic; FastAPI exposes it as a web API; file and error handling keep it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(5W1H scope card) — How: Complete the 5W1H card with the service-desk owner's view; list every field in customers.csv and transactions.csv and mark which are masked; create a src/ package with a main.py using standard Python syntax and a README stating that Day 1 makes no model calls. Why: Fixes scope and the human-control boundary before any code or model is introduced.
Step 2 (Validation rules) — How: Loop over each row; apply if/elif checks per rule; append failures as {row, field, rule, value_masked}; keep counters for valid/invalid; never print unmasked identifiers. Why: Bad amounts, missing keys and invalid dates must be caught before any record reaches an AI component.
Step 3 (Typed records) — How: Build customers: dict[str, Customer]; use a set of seen txn_ids to flag duplicates; confirm every transaction's customer_id exists in the customer dict; use a dataclass or TypedDict for the record shape. Why: The right data structure makes look-ups, referential checks and de-duplication correct and fast.
Step 4 (File + error handling) — How: Use pathlib + csv with encoding='utf-8'; raise a custom DataQualityError for fatal issues; catch per-row ValueError and record it; return (records, errors) from each function. Why: Functions make logic reusable by the API; explicit errors stop silent data loss.
Step 5 (FastAPI /health + DQ) — How: /health returns status and record counts; /data-quality returns totals, error counts by rule and control totals; use HTTPException for load failures; save data_quality_report.json; run locally with uvicorn. Why: A running service boundary is the thin slice every later day extends.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focus: Live-code the loader and validator against a file that contains a bad amount and a missing customer_id, so learners see failures reported rather than dropped.
Run the scenario live; point out the expected result and the human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right: Data → Python validation → Banking API → Audit log. Relate each box to today's steps: 5W1H scope card, Validation rules, Typed records, File + error handling, FastAPI /health + DQ.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answers:
Q1: Membership checks are O(1), so duplicates are detected efficiently.
Q2: An error status via HTTPException, not a misleading 200 with zero counts.
Q3: To prove the loaded record count and amounts match the source file.
Common mistakes:
Dropping invalid rows with 'continue' and no record. → Append every failure to an errors list with row, field and rule.
Printing full records while debugging. → Print masked fields only; use a mask() helper from the start.
Catching bare Exception around the whole loader. → Catch specific errors per row; let fatal file errors raise DataQualityError.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Python/Data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Source-locked 5W1H · Live use case · Architecture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4564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1.25h concept · 2.75h lab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0632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IDs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34564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S001, S003, S004, S005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30632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34564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SOL-B01 · SOL-R01 · CAP-01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case: BankAssist: load masked customer and transaction data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817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Day01_SourceLocked_5W1H_Architecture.pptx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at a glance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1-hour blocks from the workbook Hourly Plan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143000"/>
            <a:ext cx="1965960" cy="3520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344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00:00–01:00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828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5W1H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6974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AI | Python Basics &amp; Syntax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114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514600" y="1143000"/>
            <a:ext cx="1965960" cy="3520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651760" y="128016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51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200400" y="1344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01:00–02:00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651760" y="1828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demonstration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651760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2651760" y="26974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Operators, Conditional Statements, Loops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2651760" y="4114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17720" y="1143000"/>
            <a:ext cx="1965960" cy="3520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128016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303520" y="1344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02:00–03:00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754880" y="1828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BankAssist implementation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754880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26974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Structures: Lists, Tuples, Sets, Dictionaries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14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720840" y="1143000"/>
            <a:ext cx="1965960" cy="3520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858000" y="1280160"/>
            <a:ext cx="457200" cy="4572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406640" y="1344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03:00–04:00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0" y="1828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ReconAI assignment launch and evidence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858000" y="2395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S005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858000" y="269748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FAST API, File Handling &amp; Error Handling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858000" y="4114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4,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TOC topics (unchanged)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copied verbatim from the source-locked TOC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2237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topic + subtopic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for AI  | Python Basics &amp; Syntax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Variables, Operators, Conditional Statements, Loops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Structures: Lists, Tuples, Sets, Dictionaries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*Functions, FAST API, File Handling &amp; Error Handling*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in plain language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per source ID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97280"/>
            <a:ext cx="40919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48640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408176"/>
            <a:ext cx="3817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 &amp; Syntax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10512"/>
            <a:ext cx="38176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the working language of AI engineering: readable syntax, rich libraries, fast prototyping.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40580" y="1097280"/>
            <a:ext cx="40919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777740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777740" y="1408176"/>
            <a:ext cx="3817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Operators, Conditional Statements, Loops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777740" y="1810512"/>
            <a:ext cx="38176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hold values; operators compare and compute; if/else and loops apply rules to every record.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2971800"/>
            <a:ext cx="40919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48640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282696"/>
            <a:ext cx="3817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Structures: Lists, Tuples, Sets, Dictionaries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685032"/>
            <a:ext cx="38176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(ordered), tuples (fixed), sets (unique) and dictionaries (key → value) organise data for fast look-ups.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40580" y="2971800"/>
            <a:ext cx="40919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777740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S005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777740" y="3282696"/>
            <a:ext cx="3817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FAST API, File Handling &amp; Error Handling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777740" y="3685032"/>
            <a:ext cx="38176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package reusable logic; FastAPI exposes it as a web API; file and error handling keep it safe.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5W1H at a glance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BankAssist: load masked customer and transaction data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97280"/>
            <a:ext cx="267004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441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24712" y="1316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1810512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applied to banking data: syntax, variables, operators, conditionals, loops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18688" y="1097280"/>
            <a:ext cx="267004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55848" y="123444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13441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31920" y="1316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355848" y="1810512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input — Every AI answer later in the course is only as good as the data validated today.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025896" y="1097280"/>
            <a:ext cx="267004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63056" y="123444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34416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39128" y="1316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163056" y="1810512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Loading and validating any file before it reaches a model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11480" y="2944368"/>
            <a:ext cx="267004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48640" y="3081528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19125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24712" y="3163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36576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validation · API service (FastAPI)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3218688" y="2944368"/>
            <a:ext cx="267004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55848" y="3081528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5576" y="319125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931920" y="3163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3355848" y="36576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· Learners · Service-desk ops · Data owner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025896" y="2944368"/>
            <a:ext cx="2670048" cy="1709928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163056" y="3081528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784" y="3191256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739128" y="3163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6163056" y="365760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5W1H scope card → Validation rules → Typed records → File + error handling → FastAPI /health + DQ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learning and building?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143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applied to banking data: syntax, variables, operators, conditionals, loops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86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structures — lists, tuples, sets, dictionaries — for records and look-ups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52044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429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file and error handling, and a first FastAPI service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212080" y="10972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0B254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44068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BANKASSIST INCREMENT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40680" y="1600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masked customer and transaction data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2423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26517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Python ingestion, validation, typed records and initial FastAPI endpoint.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3657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440680" y="3886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records, data-quality report and /health endpoint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it matter in banking?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11480" y="118872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157093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input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7432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answer later in the course is only as good as the data validated today.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218688" y="118872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47288" y="141732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907" y="157093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47288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silent loss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447288" y="27432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data errors must be reported, not dropped — auditors ask for them.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025896" y="118872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54496" y="141732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15" y="157093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54496" y="2240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boundary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6254496" y="27432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API is the thin slice every later day plugs into.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it — and when not to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1148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E3F4F2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140086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325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validating any file before it reaches a model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880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referential links (transaction → customer)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703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health and data-quality status to operations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6344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FCF1D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92040" y="1280160"/>
            <a:ext cx="502920" cy="5029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741" y="140086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532120" y="1325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when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93776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unmasked customer data while debugging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937760" y="2880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every error silently with a bare except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937760" y="3703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model for checks plain rules can do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sits in the architecture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reference layers — highlighted layers change today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51560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channel &amp; UI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" y="1453896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1B998B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14538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 (FastAPI)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11480" y="1856232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18562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(chains · agents · graphs)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11480" y="2258568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22585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prompts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1480" y="2660904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26609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knowledge (RAG)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11480" y="3063240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3063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protocols (APIs · MCP · A2A)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11480" y="3465576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1B998B"/>
          </a:solidFill>
          <a:ln w="9525">
            <a:solidFill>
              <a:srgbClr val="1B998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4655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validation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867912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3867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HITL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11480" y="4270248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94360" y="42702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operations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303520" y="10515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553212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changes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532120" y="16459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validation layer: loaders, schema rules, typed records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layer: /health and /data-quality endpoints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53212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53212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lab with synthetic, masked data; enterprise services (Gemini, ADK) only where access is approved — mocks otherwise.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involved?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11480" y="1051560"/>
            <a:ext cx="40873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32588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" y="147949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1527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Live-codes loader and validator; shows failure reporting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36008" y="1051560"/>
            <a:ext cx="40873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18888" y="132588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507" y="14794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641848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641848" y="1527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loader, validator, typed records and API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11480" y="2377440"/>
            <a:ext cx="40873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94360" y="265176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" y="280537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Service-desk ops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2852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/health to know the data is fit to use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636008" y="2377440"/>
            <a:ext cx="40873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18888" y="265176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507" y="280537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41848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5641848" y="28529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schema, masking and control totals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11480" y="374904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E6ECF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66928" y="3904488"/>
            <a:ext cx="566928" cy="56692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991" y="4040551"/>
            <a:ext cx="294803" cy="294803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325880" y="38130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 boundary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1325880" y="40690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may explain, retrieve cited policy and draft using read-only tools. Refunds, reversals, fee waivers, account changes and complaint outcomes remain with authorised staff.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build it — step by step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pinned to its hour block and source IDs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97280"/>
            <a:ext cx="1576426" cy="2926080"/>
          </a:xfrm>
          <a:prstGeom prst="roundRect">
            <a:avLst>
              <a:gd name="adj" fmla="val 4640"/>
            </a:avLst>
          </a:prstGeom>
          <a:solidFill>
            <a:srgbClr val="E6ECF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21208" y="1188720"/>
            <a:ext cx="1356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S001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21208" y="1444752"/>
            <a:ext cx="1356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5W1H scope card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21208" y="2029968"/>
            <a:ext cx="13569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BankAssist 360 with 5W1H: who uses it, what data it reads, where it runs, when it responds, why it helps and how it is controlled; set up the Python project skeleton.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942186" y="2423160"/>
            <a:ext cx="201168" cy="274320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97634" y="1097280"/>
            <a:ext cx="1576426" cy="2926080"/>
          </a:xfrm>
          <a:prstGeom prst="roundRect">
            <a:avLst>
              <a:gd name="adj" fmla="val 464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207362" y="1188720"/>
            <a:ext cx="1356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S003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207362" y="1444752"/>
            <a:ext cx="1356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Validation rules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2207362" y="2029968"/>
            <a:ext cx="13569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row-level validation rules using variables, operators, conditional statements and loops (required fields, amount type/sign, ISO dates, known currency).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28339" y="2423160"/>
            <a:ext cx="201168" cy="274320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3787" y="1097280"/>
            <a:ext cx="1576426" cy="2926080"/>
          </a:xfrm>
          <a:prstGeom prst="roundRect">
            <a:avLst>
              <a:gd name="adj" fmla="val 4640"/>
            </a:avLst>
          </a:prstGeom>
          <a:solidFill>
            <a:srgbClr val="E6ECF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893515" y="1188720"/>
            <a:ext cx="1356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S004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893515" y="1444752"/>
            <a:ext cx="1356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Typed records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893515" y="2029968"/>
            <a:ext cx="13569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valid rows into typed records using dictionaries, lists, tuples and sets (dict keyed by customer_id, tuple keys for (txn_id, date), set for duplicate detection).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314493" y="2423160"/>
            <a:ext cx="201168" cy="274320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69941" y="1097280"/>
            <a:ext cx="1576426" cy="2926080"/>
          </a:xfrm>
          <a:prstGeom prst="roundRect">
            <a:avLst>
              <a:gd name="adj" fmla="val 4640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579669" y="1188720"/>
            <a:ext cx="1356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· S005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579669" y="1444752"/>
            <a:ext cx="1356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File + error handling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579669" y="2029968"/>
            <a:ext cx="13569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loading and validation in functions with file handling and explicit error handling for missing files, bad encodings and malformed rows.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000646" y="2423160"/>
            <a:ext cx="201168" cy="274320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56094" y="1097280"/>
            <a:ext cx="1576426" cy="2926080"/>
          </a:xfrm>
          <a:prstGeom prst="roundRect">
            <a:avLst>
              <a:gd name="adj" fmla="val 4640"/>
            </a:avLst>
          </a:prstGeom>
          <a:solidFill>
            <a:srgbClr val="E6ECF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265822" y="1188720"/>
            <a:ext cx="1356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· S005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265822" y="1444752"/>
            <a:ext cx="13569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FastAPI /health + DQ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7265822" y="2029968"/>
            <a:ext cx="13569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 FastAPI app with /health and /data-quality endpoints and write the data-quality report.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1480" y="4160520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E3F4F2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594360" y="4206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output: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records, data-quality report and /health endpoint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use case: Load a masked day of transactions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live in the Hour 2 demonstration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9728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508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load of customers.csv and transactions.csv before BankAssist opens to service-desk staff.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2971800"/>
            <a:ext cx="2432304" cy="1554480"/>
          </a:xfrm>
          <a:prstGeom prst="roundRect">
            <a:avLst>
              <a:gd name="adj" fmla="val 294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044952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transactions.csv with one negative amount on a purchase, one unknown customer_id and one duplicate txn_id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337560" y="1097280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29000" y="1271016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29000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109728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files with explicit encoding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37560" y="1993392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29000" y="2167128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29000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1993392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each row; record rule failures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337560" y="2889504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29000" y="3063240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42900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931920" y="2889504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typed records and duplicate set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37560" y="3785616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29000" y="3959352"/>
            <a:ext cx="402336" cy="402336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2900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931920" y="3785616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counts via /health and /data-quality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72200" y="109728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E3F4F2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6336792" y="12161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336792" y="1490472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= 200 with record counts; data-quality report lists 3 exceptions with row numbers and rule names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72200" y="34747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CF1D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336792" y="35661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boundary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336792" y="382219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involved; bad rows are quarantined for the data owner, never auto-corrected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flow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flow: Data → Python validation → Banking API → Audit log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9768" y="1600200"/>
            <a:ext cx="1783080" cy="1247242"/>
          </a:xfrm>
          <a:prstGeom prst="roundRect">
            <a:avLst>
              <a:gd name="adj" fmla="val 5865"/>
            </a:avLst>
          </a:prstGeom>
          <a:solidFill>
            <a:srgbClr val="0B2545"/>
          </a:solidFill>
          <a:ln w="15875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02920" y="1600200"/>
            <a:ext cx="1636776" cy="1247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49424" y="2223821"/>
            <a:ext cx="310896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96896" y="1600200"/>
            <a:ext cx="1783080" cy="1247242"/>
          </a:xfrm>
          <a:prstGeom prst="roundRect">
            <a:avLst>
              <a:gd name="adj" fmla="val 5865"/>
            </a:avLst>
          </a:prstGeom>
          <a:solidFill>
            <a:srgbClr val="FFFFFF"/>
          </a:solidFill>
          <a:ln w="15875">
            <a:solidFill>
              <a:srgbClr val="1B998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670048" y="1600200"/>
            <a:ext cx="1636776" cy="1247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validation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16552" y="2223821"/>
            <a:ext cx="310896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764024" y="1600200"/>
            <a:ext cx="1783080" cy="1247242"/>
          </a:xfrm>
          <a:prstGeom prst="roundRect">
            <a:avLst>
              <a:gd name="adj" fmla="val 5865"/>
            </a:avLst>
          </a:prstGeom>
          <a:solidFill>
            <a:srgbClr val="FFFFFF"/>
          </a:solidFill>
          <a:ln w="15875">
            <a:solidFill>
              <a:srgbClr val="1B998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837176" y="1600200"/>
            <a:ext cx="1636776" cy="1247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API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0" y="2223821"/>
            <a:ext cx="310896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931152" y="1600200"/>
            <a:ext cx="1783080" cy="1247242"/>
          </a:xfrm>
          <a:prstGeom prst="roundRect">
            <a:avLst>
              <a:gd name="adj" fmla="val 5865"/>
            </a:avLst>
          </a:prstGeom>
          <a:solidFill>
            <a:srgbClr val="1B998B"/>
          </a:solidFill>
          <a:ln w="15875">
            <a:solidFill>
              <a:srgbClr val="1B998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004304" y="1600200"/>
            <a:ext cx="1636776" cy="1247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1480" y="3246120"/>
            <a:ext cx="8321040" cy="1417320"/>
          </a:xfrm>
          <a:prstGeom prst="roundRect">
            <a:avLst>
              <a:gd name="adj" fmla="val 5161"/>
            </a:avLst>
          </a:prstGeom>
          <a:solidFill>
            <a:srgbClr val="E6ECF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94360" y="3319272"/>
            <a:ext cx="795528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flow: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= entry point, teal = outcome. Data &amp; validation layer: loaders, schema rules, typed records. API layer: /health and /data-quality endpoints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workflow by hour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steps in each hour → output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pic>
        <p:nvPicPr>
          <p:cNvPr id="8" name="Image 1" descr="/home/claude/build/img/B_day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321040" cy="276674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1480" y="41605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Carry-forward: Validated records, data-quality report and /health endpoint becomes an explicit input for Day 2 — BankAssist: transaction explanation prototype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topics, applied: assignment &amp; capstone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in Hour 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261872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2618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SOL-R01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12618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ReconAI — assignment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7373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reconciliation input contract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560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source schemas; calculate counts, totals and missing field exceptions.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7490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ReconAI schema manifest and control-total report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6344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46320" y="1261872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12618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CAP-01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12618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ChargebackIQ — capstone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17373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dispute intake data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2560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problem statement, roles, security assumptions.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37490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scope and initial backlog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 stack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51560" y="67665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 = named in source TOC · Workbook = named in mapping workbook · Recommended = replaceable default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11480" y="1097280"/>
            <a:ext cx="4087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37560" y="118872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37560" y="1188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188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1737360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for ingestion, validation and API · steps 1–5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36008" y="1097280"/>
            <a:ext cx="4087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62088" y="118872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62088" y="1188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773168" y="11887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4773168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pathlib, dataclasses, typing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773168" y="1737360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handling, typed records, collections · steps 2–4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2258568"/>
            <a:ext cx="4087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337560" y="2350008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37560" y="235000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23500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289864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and /data-quality endpoints · steps 5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636008" y="2258568"/>
            <a:ext cx="4087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562088" y="2350008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562088" y="235000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773168" y="23500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773168" y="2624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773168" y="289864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models for the API · steps 5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1480" y="3419856"/>
            <a:ext cx="40873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337560" y="3511296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337560" y="35112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35112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TOOLING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Git, venv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4059936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skeleton and version control · steps 1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1" y="413309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25603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 &amp; check for understanding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818120" y="310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8280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BankAssist 360 · Source-locked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1148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64592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exists: Validated records, data-quality report and /health endpoint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rows are reported with row number and rule name — none are silently dropped.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returns 200 and record counts reconcile to the source-file control totals.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E6ECF5"/>
          </a:solidFill>
          <a:ln w="9525">
            <a:solidFill>
              <a:srgbClr val="D5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room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46320" y="1737360"/>
            <a:ext cx="365760" cy="3657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a set for transaction IDs?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46320" y="2697480"/>
            <a:ext cx="365760" cy="3657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2651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/health return if the data file is missing?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3657600"/>
            <a:ext cx="365760" cy="3657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3611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control totals for?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your evidence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35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60120" y="11887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day01/scope_5w1h.md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784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60120" y="16459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day01/data_quality_report.json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57984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60120" y="21031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day01/app/main.py (/health, /data-quality)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548640" y="37490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77240" y="3840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DAY 02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— transaction explanation prototype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 Banking Curriculum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01 – Python/Data</dc:title>
  <dc:subject>PptxGenJS Presentation</dc:subject>
  <dc:creator>PptxGenJS</dc:creator>
  <cp:lastModifiedBy>PptxGenJS</cp:lastModifiedBy>
  <cp:revision>1</cp:revision>
  <dcterms:created xsi:type="dcterms:W3CDTF">2026-09-28T10:02:56Z</dcterms:created>
  <dcterms:modified xsi:type="dcterms:W3CDTF">2026-09-28T10:02:56Z</dcterms:modified>
</cp:coreProperties>
</file>